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board referensi. Pembatas kontinu pertama adalah shunt 1 mΩ (7 W), bukan MOSFET. Dari situ turun arus 50–65 A, dikalikan tegangan baterai 6S–12S menghasilkan 1.1–2.6 kW, dibulatkan 1.5–2.5 kW.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V adalah asumsi kerja karena PSU belum ditentukan. Semua angka selanjutnya berbasis 115 A kontinu.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kunci: rugi konduksi kuadratik, jadi 2x arus = 4x rugi. Paralel 2 FET mengembalikan arus per device ke ~57 A, sama seperti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Shunt adalah pembatas pertama di baseline; di 115 A satu shunt 1 mΩ menghasilkan 13 W, jauh di atas rating 7 W paket.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setting DRV8302 yang bergantung pada shunt dan Rds(on) baru. OC_ADJ mengukur V_DS pada MOSFET, jadi otomatis melihat Rds(on) paralel.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ada rumus tunggal untuk bulk cap — datasheet TI sendiri menyarankan system-level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Hanya Power.sch dan mosfets.sch yang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1 adalah blocker: tanpa tegangan bus final, nilai R1/R2 dan bulk cap belum bisa difinalisasi.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kenapa VESC 4.12 hanya ≈ 1.5–2.5 kW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Batas arus kontinu — dari shunt 1 mΩ (rating 7 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P_shunt = I² × R   →   I_max = √(P_rating / 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I_max   = √(7 W / 1 mΩ) = √7000 ≈ 84 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Derating 60–75 % (PCB tanpa heatsink):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I_kontinu ≈ 0.6–0.75 × 84 ≈ 50–65 A per fasa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Cek MOSFET IRFS7530 di 60 A (Rds(on) 1.15 mΩ)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P_cond = I² × Rds(on) = 60² × 1.15 mΩ ≈ 4.1 W / FET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FET ≈ 25 W total → masih bisa dibuang tembaga PCB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Daya = V × I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2834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64008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52160" y="288036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FBE8D3"/>
          </a:solidFill>
          <a:ln w="12700">
            <a:solidFill>
              <a:srgbClr val="FBE8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297180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1.5–2.5 kW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593592"/>
            <a:ext cx="2560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kontinu realistis (6S–12S)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tegangan: MOSFET &amp; DRV8302 60 V, margin 15–20 % untuk spike/regen → praktis ≈ 50–54 V. Untuk 5 kW kontinu, arus harus naik ≈ 2×.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5 kW: berapa arus yang harus ditangani?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P_input ≈ P_output / η = 5 kW / 0.9 ≈ 5.5 kW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I_fasa  ≈ P_input / V_bus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@48 V: I_kontinu ≈ 5500/48 ≈ 115 A (2× baseline)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I_burst   ≈ 2–3 × 115 ≈ 230–345 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vs tegangan bus (PSU DC lab, belum dikunci)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6517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fasa @ 5.5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229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praktis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153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berat tapi feasible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 desain — margin ke 60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92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margin ke batas DRV8302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2801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BE8D3"/>
          </a:solidFill>
          <a:ln w="12700">
            <a:solidFill>
              <a:srgbClr val="FBE8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37160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A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103120"/>
            <a:ext cx="2651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fasa kontinu @ 48 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83464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97880" y="2926080"/>
            <a:ext cx="2651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230–345 A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3547872"/>
            <a:ext cx="26517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akselerasi (2–3×)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kerja 48 V: masih di bawah batas operasi 60 V DRV8302 (abs. max 65 V). Kalau tegangan final beda, arus diskalakan ulang dengan I = P / V.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MOSFET: rugi konduksi kuadratik → paralel 2×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IRFS7530 per switch (sekarang)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I² × Rds(on)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115² × 1.15 mΩ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≈ 15.2 W / FET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3.7× baseline (4.1 W) — tidak bisa dibuang D²Pak tunggal di PCB referensi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FBE8D3"/>
          </a:solidFill>
          <a:ln w="12700">
            <a:solidFill>
              <a:srgbClr val="FBE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IRFS7530 paralel per switch (usulan)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I/FET    = 115 / 2 = 57.5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Rds(on)  = 1.15 / 2 = 0.575 mΩ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P_leg    = 115² × 0.575 mΩ ≈ 7.6 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3.8 W per FET — kembali ke rentang baseline. Total 6 → 12 MOSFET.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DRV8302: "each half bridge capable of driving two N-channel MOSFETs" — 2× paralel adalah pola yang didukung IC, tidak perlu ganti gate driver.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FET wajib gate resistor sendiri (replikasi 4.7 Ω) — cegah osilasi antar FET paralel.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switching loss ≈ 2–5 W/leg → total ≈ 60–90 W untuk 6 leg → perlu heatsink.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Shunt: 1 mΩ tunggal melebihi 7 W → paralel 3×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P_shunt = I² × R_shunt        R_shunt = 1 mΩ / M  (M shunt paralel)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2468880"/>
                <a:gridCol w="2834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@ 115 A kontinu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@ 300 A burst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1 mΩ (sekarang)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W — melebihi 7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1 mΩ paralel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W (3.3 W/pkg) — mepet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W (22.5 W/pkg)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1 mΩ paralel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 mΩ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W (1.47 W/pkg)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W (10 W/pkg) — pulsa beberapa detik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290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BE8D3"/>
          </a:solidFill>
          <a:ln w="12700">
            <a:solidFill>
              <a:srgbClr val="FBE8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5204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 WSLP2726 1 mΩ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87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R53/R54 → R_shunt ≈ 0.33 mΩ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474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 1.47 W per paket → margin besar terhadap 7 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300 A cuma beberapa detik → di bawah rating pulsa WSLP.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shunt berubah → GAIN &amp; skala ADC harus diset ulang (slide berikut).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DRV8302 ikut disesuaikan: GAIN &amp; OC_ADJ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— sense amp (hanya 10 / 40 V/V)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V_SO = I × R_shunt × Gain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V_SO @ 115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V_SO @ 300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= 10 V/V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V — aman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= 40 V/V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V — clipping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GAIN = LOW. Linear range 0.3–5.7 V terpusat di REF/2; di 40 V/V sinyal burst keluar range.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OC_ADJ — proteksi V_DS MOSFET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5544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83480" y="1645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V_DS_trip = R2/(R1+R2) × 3.3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I_OC      = V_DS_trip / Rds(on)_leg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300 A, Rds(on) panas 0.75 mΩ: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V_DS_trip = 300 × 0.75 mΩ ≈ 0.225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13 kΩ, R2 = 1 kΩ → 0.236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I_OC ≈ 314 A (panas) … 410 A (dingin)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794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LOW · R1 13k / R2 1k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251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awal — wajib verifikasi di meja (toleransi trip 20 %)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Arus 2× → yang ikut naik, bukan cuma silikon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cap DC-link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C37/C51 30 µF → bank elco low-ESR ribuan µF + ceramic 2.2 µF per leg. Ukuran final dari uji ripple.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Tembaga PCB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&amp; DC bus 4 oz+ / bus bar, thermal via array di bawah tiap pad D²Pak.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Heatsink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60–90 W total di 12 MOSFET → heatsink di bawah PCB via thermal pad.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Konektor &amp; fuse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150 A kontinu (lug/busbar), fuse atau breaker sesuai arus baru.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perubahan: baseline → 5 kW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194560"/>
                <a:gridCol w="3291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(≈ 2 kW)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(5 kW)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mosfets.sch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Q1–Q6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IRFS7530 / switch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paralel / switch (12), gate R per FET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Power.sch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R53/R54 shunt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1 mΩ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1 mΩ paralel (0.33 mΩ)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Power.sch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(40 V/V)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(10 V/V)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Power.sch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R1/R2 OC_ADJ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k / 1 k → trip ≈ 300 A (verifikasi)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Power.sch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C37/C51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15 µF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elco + ceramic per leg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tembaga / heatsink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oz+, thermal via, heatsink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konektor / 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150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arus kontinu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50–65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 kontinu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1.5–2.5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kW @ 48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MCU, hall filter, CAN, dan NTC tidak berubah — rentang sinyal ke ADC dijaga sama lewat pemilihan GAIN.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Upgrade Driver BLDC ke 5 kW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Development: langkah ke depan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spesifikasi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tegangan PSU &amp; rating winding motor (blocker)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087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mosfets.sch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Q1–Q6 → 12 posisi paralel + gate 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Power.sch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shunt 3×, GAIN LOW, R1/R2, bulk cap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5087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Re-layout PCB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tembaga 4 oz+, thermal via, heatsink, konektor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angka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 §4–§7 dengan V_bus final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1089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Fabrikasi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+ assembly prototipe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1089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Bring-up meja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kalibrasi V_SO, trip OC_ADJ, ripple V_bus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1089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0664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motor 5 kW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bertahap, pantau suhu MOSFET/shunt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sejauh ini: salin &amp; konversi desain referensi ke KiCad, analisis baseline, perhitungan upgrade, dokumen development (hardware/docs/development.md).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2026-09-21T16:24:24Z</dcterms:created>
  <dcterms:modified xsi:type="dcterms:W3CDTF">2026-09-21T16:24:24Z</dcterms:modified>
</cp:coreProperties>
</file>